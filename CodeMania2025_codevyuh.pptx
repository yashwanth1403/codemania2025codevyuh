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Fira Code" panose="020B0809050000020004" pitchFamily="49" charset="0"/>
      <p:regular r:id="rId11"/>
      <p:bold r:id="rId12"/>
    </p:embeddedFont>
    <p:embeddedFont>
      <p:font typeface="Poppins Semi-Bold" panose="020B0604020202020204" charset="0"/>
      <p:regular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404" autoAdjust="0"/>
  </p:normalViewPr>
  <p:slideViewPr>
    <p:cSldViewPr>
      <p:cViewPr varScale="1">
        <p:scale>
          <a:sx n="52" d="100"/>
          <a:sy n="52" d="100"/>
        </p:scale>
        <p:origin x="85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mh6YXK2cTFEmC8YkX_1zTxmPg27vmS_z/view?usp=sharing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drive.google.com/file/d/1rCU-i_E66BFjNOPYXESaH5f7MF7XjTdC/view?usp=sharin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14198" y="189277"/>
            <a:ext cx="5292017" cy="1678847"/>
          </a:xfrm>
          <a:custGeom>
            <a:avLst/>
            <a:gdLst/>
            <a:ahLst/>
            <a:cxnLst/>
            <a:rect l="l" t="t" r="r" b="b"/>
            <a:pathLst>
              <a:path w="5292017" h="1678847">
                <a:moveTo>
                  <a:pt x="0" y="0"/>
                </a:moveTo>
                <a:lnTo>
                  <a:pt x="5292017" y="0"/>
                </a:lnTo>
                <a:lnTo>
                  <a:pt x="5292017" y="1678846"/>
                </a:lnTo>
                <a:lnTo>
                  <a:pt x="0" y="1678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74368" y="302299"/>
            <a:ext cx="3042518" cy="1452802"/>
          </a:xfrm>
          <a:custGeom>
            <a:avLst/>
            <a:gdLst/>
            <a:ahLst/>
            <a:cxnLst/>
            <a:rect l="l" t="t" r="r" b="b"/>
            <a:pathLst>
              <a:path w="3042518" h="1452802">
                <a:moveTo>
                  <a:pt x="0" y="0"/>
                </a:moveTo>
                <a:lnTo>
                  <a:pt x="3042518" y="0"/>
                </a:lnTo>
                <a:lnTo>
                  <a:pt x="3042518" y="1452802"/>
                </a:lnTo>
                <a:lnTo>
                  <a:pt x="0" y="1452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119591" y="302299"/>
            <a:ext cx="1868213" cy="1868213"/>
          </a:xfrm>
          <a:custGeom>
            <a:avLst/>
            <a:gdLst/>
            <a:ahLst/>
            <a:cxnLst/>
            <a:rect l="l" t="t" r="r" b="b"/>
            <a:pathLst>
              <a:path w="1868213" h="1868213">
                <a:moveTo>
                  <a:pt x="0" y="0"/>
                </a:moveTo>
                <a:lnTo>
                  <a:pt x="1868213" y="0"/>
                </a:lnTo>
                <a:lnTo>
                  <a:pt x="1868213" y="1868213"/>
                </a:lnTo>
                <a:lnTo>
                  <a:pt x="0" y="1868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70836" y="3207043"/>
            <a:ext cx="13966567" cy="5474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426"/>
              </a:lnSpc>
            </a:pPr>
            <a:endParaRPr dirty="0"/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&gt;Problem Statement Title - </a:t>
            </a:r>
            <a:r>
              <a:rPr lang="en-US" sz="3200" b="1" dirty="0" err="1"/>
              <a:t>CollabSpark</a:t>
            </a:r>
            <a:r>
              <a:rPr lang="en-US" sz="3200" b="1" dirty="0"/>
              <a:t>: Igniting Rapid, Creative Student Collaborations Across Disciplines</a:t>
            </a:r>
          </a:p>
          <a:p>
            <a:pPr algn="just">
              <a:lnSpc>
                <a:spcPts val="5426"/>
              </a:lnSpc>
            </a:pPr>
            <a:r>
              <a:rPr lang="en-US" sz="3200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&gt;</a:t>
            </a: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Theme –student innovation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&gt;Team ID –YASTEA25</a:t>
            </a: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&gt;Team Name (Registered on Website) -</a:t>
            </a:r>
            <a:r>
              <a:rPr lang="en-US" sz="2997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codevyuh</a:t>
            </a: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r>
              <a:rPr lang="en-US" sz="29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&gt;Participant Names –</a:t>
            </a:r>
            <a:r>
              <a:rPr lang="en-US" sz="2997" b="1" dirty="0" err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yashwanth,charishma</a:t>
            </a: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just">
              <a:lnSpc>
                <a:spcPts val="5426"/>
              </a:lnSpc>
            </a:pPr>
            <a:endParaRPr lang="en-US" sz="29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421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34076" y="1951437"/>
            <a:ext cx="6730981" cy="296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5"/>
              </a:lnSpc>
            </a:pPr>
            <a:endParaRPr dirty="0"/>
          </a:p>
          <a:p>
            <a:pPr algn="ctr">
              <a:lnSpc>
                <a:spcPts val="7615"/>
              </a:lnSpc>
              <a:spcBef>
                <a:spcPct val="0"/>
              </a:spcBef>
            </a:pPr>
            <a:r>
              <a:rPr lang="en-US" sz="543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7615"/>
              </a:lnSpc>
              <a:spcBef>
                <a:spcPct val="0"/>
              </a:spcBef>
            </a:pPr>
            <a:endParaRPr lang="en-US" sz="543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321979" y="9794298"/>
            <a:ext cx="1107645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723" y="4075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5730603" y="-36907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9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12593" y="133225"/>
            <a:ext cx="6988739" cy="83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Collab Spark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05773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E25F7079-39F5-0A24-568B-8DB92E5E311A}"/>
              </a:ext>
            </a:extLst>
          </p:cNvPr>
          <p:cNvSpPr/>
          <p:nvPr/>
        </p:nvSpPr>
        <p:spPr>
          <a:xfrm>
            <a:off x="228565" y="76396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D90FEEA2-DFA1-7BD1-7D9E-0AD6EAA0B80C}"/>
              </a:ext>
            </a:extLst>
          </p:cNvPr>
          <p:cNvSpPr txBox="1"/>
          <p:nvPr/>
        </p:nvSpPr>
        <p:spPr>
          <a:xfrm>
            <a:off x="443738" y="308337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E3ACAA-7870-79C0-858F-F64EB65A4DCD}"/>
              </a:ext>
            </a:extLst>
          </p:cNvPr>
          <p:cNvSpPr txBox="1"/>
          <p:nvPr/>
        </p:nvSpPr>
        <p:spPr>
          <a:xfrm>
            <a:off x="240855" y="1232087"/>
            <a:ext cx="170301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/>
              <a:t>Proposed Solution – </a:t>
            </a:r>
            <a:r>
              <a:rPr lang="en-US" sz="2400" b="1" dirty="0" err="1"/>
              <a:t>CollabSpark</a:t>
            </a:r>
            <a:r>
              <a:rPr lang="en-US" sz="2400" b="1" dirty="0"/>
              <a:t> </a:t>
            </a:r>
          </a:p>
          <a:p>
            <a:r>
              <a:rPr lang="en-US" sz="2400" b="1" dirty="0"/>
              <a:t>Problem:</a:t>
            </a:r>
            <a:br>
              <a:rPr lang="en-US" sz="2400" dirty="0"/>
            </a:br>
            <a:r>
              <a:rPr lang="en-US" sz="2400" dirty="0"/>
              <a:t>Students and developers often learn in isolation, lacking platforms for real-world, short-term collaborations.</a:t>
            </a:r>
            <a:br>
              <a:rPr lang="en-US" sz="2400" dirty="0"/>
            </a:br>
            <a:r>
              <a:rPr lang="en-US" sz="2400" dirty="0"/>
              <a:t>There’s no structured way to find teammates for quick, goal-driven projects.</a:t>
            </a:r>
            <a:br>
              <a:rPr lang="en-US" sz="2400" dirty="0"/>
            </a:br>
            <a:r>
              <a:rPr lang="en-US" sz="2400" dirty="0"/>
              <a:t>Without peer support and accountability, motivation drops and learning stagnates.</a:t>
            </a:r>
            <a:br>
              <a:rPr lang="en-US" sz="2400" dirty="0"/>
            </a:br>
            <a:r>
              <a:rPr lang="en-US" sz="2400" dirty="0"/>
              <a:t>Generic platforms aren’t built for spontaneous, interdisciplinary teaming.</a:t>
            </a:r>
            <a:br>
              <a:rPr lang="en-US" sz="2400" dirty="0"/>
            </a:br>
            <a:r>
              <a:rPr lang="en-US" sz="2400" dirty="0"/>
              <a:t>This leads to fragmented skill growth and missed opportunities for innovation.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44F2D-DC32-AFCE-DBD8-F446D60D366A}"/>
              </a:ext>
            </a:extLst>
          </p:cNvPr>
          <p:cNvSpPr txBox="1"/>
          <p:nvPr/>
        </p:nvSpPr>
        <p:spPr>
          <a:xfrm>
            <a:off x="240855" y="3873669"/>
            <a:ext cx="15227745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Our Solution – What the Web App Does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/>
              <a:t>Our web app, </a:t>
            </a:r>
            <a:r>
              <a:rPr lang="en-US" sz="2400" b="1" dirty="0" err="1"/>
              <a:t>CollabSpark</a:t>
            </a:r>
            <a:r>
              <a:rPr lang="en-US" sz="2400" b="1" dirty="0"/>
              <a:t> </a:t>
            </a:r>
            <a:r>
              <a:rPr lang="en-US" sz="2400" dirty="0"/>
              <a:t>, enables users to: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Create or join short-term challenges</a:t>
            </a:r>
            <a:r>
              <a:rPr lang="en-US" sz="2400" dirty="0"/>
              <a:t> (like building a mini app or solving a design task).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Collaborate with matched peers</a:t>
            </a:r>
            <a:r>
              <a:rPr lang="en-US" sz="2400" dirty="0"/>
              <a:t> based on skills, interests, and availability.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Track progress publicly</a:t>
            </a:r>
            <a:r>
              <a:rPr lang="en-US" sz="2400" dirty="0"/>
              <a:t> on their profile, creating visibility and motivation.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Build a lightweight portfolio</a:t>
            </a:r>
            <a:r>
              <a:rPr lang="en-US" sz="2400" dirty="0"/>
              <a:t> from completed challenges.</a:t>
            </a:r>
          </a:p>
          <a:p>
            <a:pPr>
              <a:buNone/>
            </a:pPr>
            <a:r>
              <a:rPr lang="en-US" sz="2400" dirty="0"/>
              <a:t>It’s fast, minimal, and built for students to </a:t>
            </a:r>
            <a:r>
              <a:rPr lang="en-US" sz="2400" i="1" dirty="0"/>
              <a:t>start collaborating in minutes</a:t>
            </a:r>
            <a:r>
              <a:rPr lang="en-US" sz="2400" dirty="0"/>
              <a:t>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What Makes It Unique</a:t>
            </a:r>
          </a:p>
          <a:p>
            <a:r>
              <a:rPr lang="en-US" sz="2400" dirty="0"/>
              <a:t>Unlike generic chat or task apps, </a:t>
            </a:r>
            <a:r>
              <a:rPr lang="en-US" sz="2400" b="1" dirty="0" err="1"/>
              <a:t>CollabSpark</a:t>
            </a:r>
            <a:r>
              <a:rPr lang="en-US" sz="2400" dirty="0"/>
              <a:t> revolves around real, time-bound challenges that drive outcomes.</a:t>
            </a:r>
            <a:br>
              <a:rPr lang="en-US" sz="2400" dirty="0"/>
            </a:br>
            <a:r>
              <a:rPr lang="en-US" sz="2400" dirty="0"/>
              <a:t>Its </a:t>
            </a:r>
            <a:r>
              <a:rPr lang="en-US" sz="2400" b="1" dirty="0"/>
              <a:t>minimal MVP</a:t>
            </a:r>
            <a:r>
              <a:rPr lang="en-US" sz="2400" dirty="0"/>
              <a:t> ensures users engage instantly without complexity.</a:t>
            </a:r>
            <a:br>
              <a:rPr lang="en-US" sz="2400" dirty="0"/>
            </a:br>
            <a:r>
              <a:rPr lang="en-US" sz="2400" dirty="0"/>
              <a:t>The platform is </a:t>
            </a:r>
            <a:r>
              <a:rPr lang="en-US" sz="2400" b="1" dirty="0"/>
              <a:t>future-ready</a:t>
            </a:r>
            <a:r>
              <a:rPr lang="en-US" sz="2400" dirty="0"/>
              <a:t>, with potential to scale into hackathons, internships, and gamified learning ecosystems.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97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1124" y="640956"/>
            <a:ext cx="9226960" cy="107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19"/>
              </a:lnSpc>
              <a:spcBef>
                <a:spcPct val="0"/>
              </a:spcBef>
            </a:pPr>
            <a:r>
              <a:rPr lang="en-US" sz="565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4261" y="9794298"/>
            <a:ext cx="10783824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ED65D0D5-94A5-7FC9-31F4-FD72221F713B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098AC2D-EA53-3F06-1FB5-B9B341F38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64" y="2215602"/>
            <a:ext cx="14665657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Frontend</a:t>
            </a:r>
            <a:br>
              <a:rPr lang="en-IN" sz="2400" dirty="0"/>
            </a:br>
            <a:r>
              <a:rPr lang="en-IN" sz="2400" dirty="0"/>
              <a:t>React.js with Tailwind CSS for responsive design.</a:t>
            </a:r>
            <a:br>
              <a:rPr lang="en-IN" sz="2400" dirty="0"/>
            </a:br>
            <a:r>
              <a:rPr lang="en-IN" sz="2400" b="1" dirty="0"/>
              <a:t>Backend</a:t>
            </a:r>
            <a:br>
              <a:rPr lang="en-IN" sz="2400" dirty="0"/>
            </a:br>
            <a:r>
              <a:rPr lang="en-IN" sz="2400" dirty="0"/>
              <a:t>Node.js with Express or Firebase for scalability.</a:t>
            </a:r>
            <a:br>
              <a:rPr lang="en-IN" sz="2400" dirty="0"/>
            </a:br>
            <a:r>
              <a:rPr lang="en-IN" sz="2400" dirty="0"/>
              <a:t>Uses RESTful APIs for smooth frontend-backend communication.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/>
              <a:t>Data &amp; AI</a:t>
            </a:r>
            <a:br>
              <a:rPr lang="en-IN" sz="2400" dirty="0"/>
            </a:br>
            <a:r>
              <a:rPr lang="en-IN" sz="2400" dirty="0"/>
              <a:t>Stores data in PostgreSQL </a:t>
            </a:r>
            <a:br>
              <a:rPr lang="en-IN" sz="2400" dirty="0"/>
            </a:br>
            <a:r>
              <a:rPr lang="en-IN" sz="2400" dirty="0"/>
              <a:t>Uses OpenAI and a recommendation engine for smart matching.(In future)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Security</a:t>
            </a:r>
            <a:br>
              <a:rPr lang="en-IN" sz="2400" dirty="0"/>
            </a:br>
            <a:r>
              <a:rPr lang="en-IN" sz="2400" dirty="0"/>
              <a:t>User authentication via Clerk.</a:t>
            </a:r>
            <a:br>
              <a:rPr lang="en-IN" sz="2400" dirty="0"/>
            </a:br>
            <a:r>
              <a:rPr lang="en-IN" sz="2400" dirty="0"/>
              <a:t>Supports role-based access control for secure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1" y="2512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76856" y="455527"/>
            <a:ext cx="10590345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48719" y="9794298"/>
            <a:ext cx="106037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5D4338DE-0E0C-CBDE-C990-D404312F76B1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B55ADF-31B6-9431-7841-DC2DBC3BB1BE}"/>
              </a:ext>
            </a:extLst>
          </p:cNvPr>
          <p:cNvSpPr txBox="1"/>
          <p:nvPr/>
        </p:nvSpPr>
        <p:spPr>
          <a:xfrm>
            <a:off x="1066799" y="2628900"/>
            <a:ext cx="12496801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Technical Feasibility</a:t>
            </a:r>
            <a:r>
              <a:rPr lang="en-US" sz="2800" dirty="0"/>
              <a:t>: Built with a lightweight tech stack (Next.js, Firebase/Prisma), MVP can be developed swiftly with basic auth, challenge creation, and profile features.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Operational Feasibility</a:t>
            </a:r>
            <a:r>
              <a:rPr lang="en-US" sz="2800" dirty="0"/>
              <a:t>: Easy onboarding, minimal UI complexity, and a familiar web app flow ensure smooth adoption by students and </a:t>
            </a:r>
            <a:r>
              <a:rPr lang="en-US" sz="2800" dirty="0" err="1"/>
              <a:t>devs</a:t>
            </a:r>
            <a:r>
              <a:rPr lang="en-US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Market Viability</a:t>
            </a:r>
            <a:r>
              <a:rPr lang="en-US" sz="2800" dirty="0"/>
              <a:t>: Taps into growing demand for project-based learning and peer collaboration; ideal for hackathon enthusiasts, bootcamp learners, and student communities.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Scalability</a:t>
            </a:r>
            <a:r>
              <a:rPr lang="en-US" sz="2800" dirty="0"/>
              <a:t>: The modular design allows gradual feature addition—chat, analytics, GitHub/LinkedIn integration—without disrupting the core challenge flow.</a:t>
            </a:r>
          </a:p>
          <a:p>
            <a:endParaRPr lang="en-IN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18EB4F0D-9FA8-51D6-80A8-0DDEFC5F2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 Feasibility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Easy onboarding, minimal UI complexity, and a familiar web app flow ensure smooth adoption by students and devs.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2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24650" y="565676"/>
            <a:ext cx="8879582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3860" y="9794298"/>
            <a:ext cx="1017605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05D64D69-BF4B-BB31-87C6-BFBE2D958B92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8100D4D7-0EEB-D841-2189-2387B851139B}"/>
              </a:ext>
            </a:extLst>
          </p:cNvPr>
          <p:cNvSpPr txBox="1"/>
          <p:nvPr/>
        </p:nvSpPr>
        <p:spPr>
          <a:xfrm>
            <a:off x="793673" y="2705100"/>
            <a:ext cx="15741728" cy="57501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/>
              <a:t>Traditional collaboration often demands long-term involvement, which many students can't consistently manage due to tight schedules and academic workloads.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err="1"/>
              <a:t>CollabSpark</a:t>
            </a:r>
            <a:r>
              <a:rPr lang="en-US" sz="2800" b="1" dirty="0"/>
              <a:t> </a:t>
            </a:r>
            <a:r>
              <a:rPr lang="en-US" sz="2800" dirty="0"/>
              <a:t>solves this by promoting </a:t>
            </a:r>
            <a:r>
              <a:rPr lang="en-US" sz="2800" b="1" dirty="0"/>
              <a:t>short-term, focused challenges</a:t>
            </a:r>
            <a:r>
              <a:rPr lang="en-US" sz="2800" dirty="0"/>
              <a:t> (1–3 days) that are: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Time-efficient</a:t>
            </a:r>
            <a:r>
              <a:rPr lang="en-US" sz="2800" dirty="0"/>
              <a:t>: Designed to fit conveniently between lectures, exams, or internships.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Portfolio-friendly</a:t>
            </a:r>
            <a:r>
              <a:rPr lang="en-US" sz="2800" dirty="0"/>
              <a:t>: Enable users to rapidly build real, verifiable work for resumes or GitHub.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Skill-expanding</a:t>
            </a:r>
            <a:r>
              <a:rPr lang="en-US" sz="2800" dirty="0"/>
              <a:t>: Encourage trying new tools, stacks, or domains without high commitment.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Network-enriching</a:t>
            </a:r>
            <a:r>
              <a:rPr lang="en-US" sz="2800" dirty="0"/>
              <a:t>: Connect users with peers across different backgrounds and skill sets, fostering multidisciplinary growth.</a:t>
            </a:r>
          </a:p>
          <a:p>
            <a:pPr algn="l">
              <a:lnSpc>
                <a:spcPct val="150000"/>
              </a:lnSpc>
              <a:buNone/>
            </a:pPr>
            <a:endParaRPr lang="en-US" sz="2800" b="0" i="0" dirty="0">
              <a:effectLst/>
              <a:latin typeface="Space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84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82112" y="455527"/>
            <a:ext cx="11323776" cy="10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95994" y="9794298"/>
            <a:ext cx="1037864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1714500"/>
            <a:ext cx="17297400" cy="1955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2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br>
              <a:rPr lang="en-US" sz="4800" dirty="0"/>
            </a:br>
            <a:endParaRPr lang="en-US" sz="46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CC3DBF2F-2D09-A7A9-F62A-1CE88BAE5A34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39E8E9DC-3AD8-AE45-E9EC-39FAF0631D2E}"/>
              </a:ext>
            </a:extLst>
          </p:cNvPr>
          <p:cNvSpPr txBox="1"/>
          <p:nvPr/>
        </p:nvSpPr>
        <p:spPr>
          <a:xfrm>
            <a:off x="432411" y="4756462"/>
            <a:ext cx="16535400" cy="4919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dirty="0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/>
              <a:t>We explored various AI tools like Claude AI and Lovable to enhance user experience and smart recommendations. For authentication, we integrated Clerk for secure and smooth login. I also referred to official documentation and revised it multiple times to ensure proper implementation and understanding. These tools helped us save time, add intelligence to our platform, and build a more interactive experience. Using AI made the project more innovative and user-friendly. Clerk also helped in managing roles and access efficiently. Overall, combining AI tools with clear documentation boosted both our learning and development speed.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CC84128-83B7-2F7E-9D62-168F8BDAE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92" y="2224822"/>
            <a:ext cx="17545188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&gt;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Student Survey 2023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68% of students preferred small, outcome-oriented projects over semester-long collaborations.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&gt;LinkedIn Learning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Quick portfolio projects rank higher for recruiter visibility than long-term coursework.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</a:t>
            </a:r>
            <a:r>
              <a:rPr lang="en-US" sz="2400" b="1" dirty="0"/>
              <a:t>Harvard Business Review(</a:t>
            </a:r>
            <a:r>
              <a:rPr lang="en-US" sz="2400" dirty="0"/>
              <a:t>https://hbr.org/2018/12/how-timeboxing-works-and-why-it-will-make-you-more-productive</a:t>
            </a:r>
            <a:r>
              <a:rPr lang="en-US" sz="2400" b="1" dirty="0"/>
              <a:t>)</a:t>
            </a:r>
            <a:br>
              <a:rPr lang="en-US" sz="2400" dirty="0"/>
            </a:br>
            <a:r>
              <a:rPr lang="en-US" sz="2800" dirty="0"/>
              <a:t>Time-boxed projects reduce burnout, boost clarity, and enhance team efficiency.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72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83474" y="841771"/>
            <a:ext cx="9937554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96330" y="9794298"/>
            <a:ext cx="1020696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7876" y="2446622"/>
            <a:ext cx="16680801" cy="6950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AI-Based Team Matchmaking</a:t>
            </a:r>
            <a:br>
              <a:rPr lang="en-IN" sz="2800" dirty="0"/>
            </a:br>
            <a:r>
              <a:rPr lang="en-IN" sz="2800" dirty="0"/>
              <a:t>Use skill-tagged profiles and project goals to auto-suggest optimal team combinations.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Progress Analytics Dashboard</a:t>
            </a:r>
            <a:br>
              <a:rPr lang="en-IN" sz="2800" dirty="0"/>
            </a:br>
            <a:r>
              <a:rPr lang="en-IN" sz="2800" dirty="0"/>
              <a:t>Track individual contributions, deadlines met, and overall team efficiency.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Integrated Portfolio Builder</a:t>
            </a:r>
            <a:br>
              <a:rPr lang="en-IN" sz="2800" dirty="0"/>
            </a:br>
            <a:r>
              <a:rPr lang="en-IN" sz="2800" dirty="0"/>
              <a:t>Auto-generate project pages with code snippets, timelines, and team roles for GitHub/LinkedIn.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Micro-Certification Integration</a:t>
            </a:r>
            <a:br>
              <a:rPr lang="en-IN" sz="2800" dirty="0"/>
            </a:br>
            <a:r>
              <a:rPr lang="en-IN" sz="2800" dirty="0"/>
              <a:t>Award verifiable badges for roles like "Team Lead", "UI Designer", or "Backend Developer".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Alumni Mentorship Loop</a:t>
            </a:r>
            <a:br>
              <a:rPr lang="en-IN" sz="2800" dirty="0"/>
            </a:br>
            <a:r>
              <a:rPr lang="en-IN" sz="2800" dirty="0"/>
              <a:t>Enable alumni to guide ongoing batches through project reviews and live sessions.</a:t>
            </a:r>
          </a:p>
          <a:p>
            <a:pPr algn="l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977C1E7B-9AFA-469F-1400-5FF31C5212E4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44036" y="1018927"/>
            <a:ext cx="8857072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 (IF APPLICABLE)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50476" y="9794298"/>
            <a:ext cx="10387047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465704"/>
            <a:ext cx="16448750" cy="722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1"/>
              </a:lnSpc>
            </a:pPr>
            <a:endParaRPr lang="en-US" sz="386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D59C06F9-C18E-29FD-56CE-AEA45DFAC8F2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2F8F8F95-2C44-3D0F-674D-B4CE5179F1BD}"/>
              </a:ext>
            </a:extLst>
          </p:cNvPr>
          <p:cNvSpPr txBox="1"/>
          <p:nvPr/>
        </p:nvSpPr>
        <p:spPr>
          <a:xfrm>
            <a:off x="578499" y="7538379"/>
            <a:ext cx="17567440" cy="1723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7"/>
              </a:rPr>
              <a:t>https://drive.google.com/file/d/1rCU-i_E66BFjNOPYXESaH5f7MF7XjTdC/view?usp=sharing</a:t>
            </a: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(video1)</a:t>
            </a:r>
          </a:p>
          <a:p>
            <a:pPr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8"/>
              </a:rPr>
              <a:t>https://drive.google.com/file/d/1mh6YXK2cTFEmC8YkX_1zTxmPg27vmS_z/view?usp=sharing</a:t>
            </a: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(video2)</a:t>
            </a:r>
          </a:p>
          <a:p>
            <a:pPr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5BF48C-ECEF-AB9D-DBF5-D13E371AC2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21" y="2565378"/>
            <a:ext cx="6980953" cy="45518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C73810-CFD3-5713-96EB-A39F7DB9BC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875" y="2402719"/>
            <a:ext cx="9920576" cy="46874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723" y="-46351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10982" y="463512"/>
            <a:ext cx="2113659" cy="1009272"/>
          </a:xfrm>
          <a:custGeom>
            <a:avLst/>
            <a:gdLst/>
            <a:ahLst/>
            <a:cxnLst/>
            <a:rect l="l" t="t" r="r" b="b"/>
            <a:pathLst>
              <a:path w="2113659" h="1009272">
                <a:moveTo>
                  <a:pt x="0" y="0"/>
                </a:moveTo>
                <a:lnTo>
                  <a:pt x="2113659" y="0"/>
                </a:lnTo>
                <a:lnTo>
                  <a:pt x="2113659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723" y="9692353"/>
            <a:ext cx="18242277" cy="594647"/>
          </a:xfrm>
          <a:custGeom>
            <a:avLst/>
            <a:gdLst/>
            <a:ahLst/>
            <a:cxnLst/>
            <a:rect l="l" t="t" r="r" b="b"/>
            <a:pathLst>
              <a:path w="18242277" h="594647">
                <a:moveTo>
                  <a:pt x="0" y="0"/>
                </a:moveTo>
                <a:lnTo>
                  <a:pt x="18242277" y="0"/>
                </a:lnTo>
                <a:lnTo>
                  <a:pt x="18242277" y="594647"/>
                </a:lnTo>
                <a:lnTo>
                  <a:pt x="0" y="594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2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499" y="674602"/>
            <a:ext cx="1854575" cy="1155258"/>
          </a:xfrm>
          <a:custGeom>
            <a:avLst/>
            <a:gdLst/>
            <a:ahLst/>
            <a:cxnLst/>
            <a:rect l="l" t="t" r="r" b="b"/>
            <a:pathLst>
              <a:path w="1854575" h="1155258">
                <a:moveTo>
                  <a:pt x="0" y="0"/>
                </a:moveTo>
                <a:lnTo>
                  <a:pt x="1854575" y="0"/>
                </a:lnTo>
                <a:lnTo>
                  <a:pt x="1854575" y="1155258"/>
                </a:lnTo>
                <a:lnTo>
                  <a:pt x="0" y="1155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6666900" y="9794298"/>
            <a:ext cx="1621100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Page 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19602" y="841771"/>
            <a:ext cx="10266947" cy="104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14"/>
              </a:lnSpc>
              <a:spcBef>
                <a:spcPct val="0"/>
              </a:spcBef>
            </a:pPr>
            <a:r>
              <a:rPr lang="en-US" sz="543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95355" y="9794298"/>
            <a:ext cx="10491193" cy="333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"/>
              </a:lnSpc>
              <a:spcBef>
                <a:spcPct val="0"/>
              </a:spcBef>
            </a:pPr>
            <a:r>
              <a:rPr lang="en-US" sz="1865" b="1">
                <a:solidFill>
                  <a:srgbClr val="F4E9E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Sri Indu College of Engg &amp; Tech - Cyber Club, Department of Cyber Security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E02014D6-0862-E697-68A4-31FC42DC220A}"/>
              </a:ext>
            </a:extLst>
          </p:cNvPr>
          <p:cNvSpPr txBox="1"/>
          <p:nvPr/>
        </p:nvSpPr>
        <p:spPr>
          <a:xfrm>
            <a:off x="793673" y="882423"/>
            <a:ext cx="1424228" cy="66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</a:pPr>
            <a:r>
              <a:rPr lang="en-US" sz="19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VYUH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95A3950C-444B-9BC1-20B0-8FA435F68C1D}"/>
              </a:ext>
            </a:extLst>
          </p:cNvPr>
          <p:cNvSpPr txBox="1"/>
          <p:nvPr/>
        </p:nvSpPr>
        <p:spPr>
          <a:xfrm>
            <a:off x="449577" y="3467100"/>
            <a:ext cx="16466823" cy="5473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/>
              <a:t>To encourage creativity and innovation, students need a platform that allows them to easily connect with peers from different fields. Traditional platforms are often too formal, long-term, or general, making it hard for students to collaborate quickly and explore their ideas. By providing a space for short-term, fun, and interdisciplinary projects, students can experiment, learn new skills, and work on real-world problems. This approach will help them develop important cross-functional skills, enhance their creativity, and make collaboration more accessible. Ultimately, such a platform can unlock the full potential of students, leading to greater innovation and better preparation for the future workforce.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Thank you for your attention!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Thank you to the organizers and mentors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dirty="0"/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sz="24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1200</Words>
  <Application>Microsoft Office PowerPoint</Application>
  <PresentationFormat>Custom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Space Grotesk</vt:lpstr>
      <vt:lpstr>Times New Roman</vt:lpstr>
      <vt:lpstr>Calibri</vt:lpstr>
      <vt:lpstr>Fira Code</vt:lpstr>
      <vt:lpstr>Times New Roman Bold</vt:lpstr>
      <vt:lpstr>Poppins Semi-Bold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Pink Gradient Modern Minimalist Computer Technology Presentation</dc:title>
  <dc:creator>DELL</dc:creator>
  <cp:lastModifiedBy>Yashwanth Reddy</cp:lastModifiedBy>
  <cp:revision>5</cp:revision>
  <dcterms:created xsi:type="dcterms:W3CDTF">2006-08-16T00:00:00Z</dcterms:created>
  <dcterms:modified xsi:type="dcterms:W3CDTF">2025-04-30T14:37:25Z</dcterms:modified>
  <dc:identifier>DAGmCImH0yY</dc:identifier>
</cp:coreProperties>
</file>