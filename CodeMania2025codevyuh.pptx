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Poppins Semi-Bold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404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rive.google.com/file/d/1rCU-i_E66BFjNOPYXESaH5f7MF7XjTdC/view?usp=shari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78433" y="3929696"/>
            <a:ext cx="9618197" cy="476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–student innovation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–student innovation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–YASTEA25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(Registered on Website) -</a:t>
            </a:r>
            <a:r>
              <a:rPr lang="en-US" sz="2997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codevyuh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</a:t>
            </a:r>
            <a:r>
              <a:rPr lang="en-US" sz="2997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yashwanth,charishma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4076" y="1951437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263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Collab Spark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3148" y="4273920"/>
            <a:ext cx="977396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53D02404-72E6-5DF2-226F-BE7385222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39205649-4C1C-3ECC-EBCF-3B2EE4A19DDD}"/>
              </a:ext>
            </a:extLst>
          </p:cNvPr>
          <p:cNvSpPr txBox="1"/>
          <p:nvPr/>
        </p:nvSpPr>
        <p:spPr>
          <a:xfrm>
            <a:off x="685800" y="2924174"/>
            <a:ext cx="13792200" cy="5462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🧩 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: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 colleges, students are brimming with ideas—but lack easy access to peers from other domains to collaborate on them. Most collaboration platforms are too formal, long-term, or generic, making it hard for students to explore creativity in a quick, fun, and interdisciplinary </a:t>
            </a:r>
            <a:r>
              <a:rPr lang="en-US" sz="2800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way.As</a:t>
            </a:r>
            <a:r>
              <a:rPr lang="en-US" sz="28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 result, innovation is stifled, and students miss out on building real-world, cross-functional skills through short-term, experimental projects.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E25F7079-39F5-0A24-568B-8DB92E5E311A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D90FEEA2-DFA1-7BD1-7D9E-0AD6EAA0B80C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D65D0D5-94A5-7FC9-31F4-FD72221F713B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098AC2D-EA53-3F06-1FB5-B9B341F3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73" y="2702475"/>
            <a:ext cx="14665657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Frontend</a:t>
            </a:r>
            <a:br>
              <a:rPr lang="en-IN" sz="2400" dirty="0"/>
            </a:br>
            <a:r>
              <a:rPr lang="en-IN" sz="2400" dirty="0"/>
              <a:t>React.js with Tailwind CSS for responsive design.</a:t>
            </a:r>
            <a:br>
              <a:rPr lang="en-IN" sz="2400" dirty="0"/>
            </a:br>
            <a:r>
              <a:rPr lang="en-IN" sz="2400" b="1" dirty="0"/>
              <a:t>Backend</a:t>
            </a:r>
            <a:br>
              <a:rPr lang="en-IN" sz="2400" dirty="0"/>
            </a:br>
            <a:r>
              <a:rPr lang="en-IN" sz="2400" dirty="0"/>
              <a:t>Node.js with Express or Firebase for scalability.</a:t>
            </a:r>
            <a:br>
              <a:rPr lang="en-IN" sz="2400" dirty="0"/>
            </a:br>
            <a:r>
              <a:rPr lang="en-IN" sz="2400" dirty="0"/>
              <a:t>Uses RESTful APIs for smooth frontend-backend communication.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Data &amp; AI</a:t>
            </a:r>
            <a:br>
              <a:rPr lang="en-IN" sz="2400" dirty="0"/>
            </a:br>
            <a:r>
              <a:rPr lang="en-IN" sz="2400" dirty="0"/>
              <a:t>Stores data in PostgreSQL </a:t>
            </a:r>
            <a:br>
              <a:rPr lang="en-IN" sz="2400" dirty="0"/>
            </a:br>
            <a:r>
              <a:rPr lang="en-IN" sz="2400" dirty="0"/>
              <a:t>Uses OpenAI and a recommendation engine for smart matching.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Security</a:t>
            </a:r>
            <a:br>
              <a:rPr lang="en-IN" sz="2400" dirty="0"/>
            </a:br>
            <a:r>
              <a:rPr lang="en-IN" sz="2400" dirty="0"/>
              <a:t>User authentication via Clerk.</a:t>
            </a:r>
            <a:br>
              <a:rPr lang="en-IN" sz="2400" dirty="0"/>
            </a:br>
            <a:r>
              <a:rPr lang="en-IN" sz="2400" dirty="0"/>
              <a:t>Supports role-based access control for secure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48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9100" y="2504462"/>
            <a:ext cx="17449800" cy="4928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Technical Feasibility</a:t>
            </a:r>
            <a:br>
              <a:rPr lang="en-US" sz="2400" dirty="0"/>
            </a:br>
            <a:r>
              <a:rPr lang="en-US" sz="2400" dirty="0"/>
              <a:t>Uses proven tech with high scalability.</a:t>
            </a:r>
            <a:br>
              <a:rPr lang="en-US" sz="2400" dirty="0"/>
            </a:br>
            <a:r>
              <a:rPr lang="en-US" sz="2400" dirty="0"/>
              <a:t>MVP can be built fast with easy OAuth login.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Economic Viability</a:t>
            </a:r>
            <a:br>
              <a:rPr lang="en-US" sz="2400" dirty="0"/>
            </a:br>
            <a:r>
              <a:rPr lang="en-US" sz="2400" dirty="0"/>
              <a:t>Low setup cost with serverless tools.</a:t>
            </a:r>
            <a:br>
              <a:rPr lang="en-US" sz="2400" dirty="0"/>
            </a:br>
            <a:r>
              <a:rPr lang="en-US" sz="2400" dirty="0"/>
              <a:t>Can get grants and earn through premium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User Adoption</a:t>
            </a:r>
            <a:br>
              <a:rPr lang="en-US" sz="2400" dirty="0"/>
            </a:br>
            <a:r>
              <a:rPr lang="en-US" sz="2400" dirty="0"/>
              <a:t>Solves real student teamwork problems.</a:t>
            </a:r>
            <a:br>
              <a:rPr lang="en-US" sz="2400" dirty="0"/>
            </a:br>
            <a:r>
              <a:rPr lang="en-US" sz="2400" dirty="0"/>
              <a:t>Easy to join, with fun and engaging features.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5D4338DE-0E0C-CBDE-C990-D404312F76B1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5D64D69-BF4B-BB31-87C6-BFBE2D958B92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100D4D7-0EEB-D841-2189-2387B851139B}"/>
              </a:ext>
            </a:extLst>
          </p:cNvPr>
          <p:cNvSpPr txBox="1"/>
          <p:nvPr/>
        </p:nvSpPr>
        <p:spPr>
          <a:xfrm>
            <a:off x="655011" y="2705100"/>
            <a:ext cx="15880390" cy="3497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2400" b="0" i="0" dirty="0">
                <a:effectLst/>
                <a:latin typeface="Space Grotesk"/>
              </a:rPr>
              <a:t>Traditional collaboration often requires long-term commitments that students cannot always make. Our platform focuses on short-term projects (1-3 days) that: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pace Grotesk"/>
              </a:rPr>
              <a:t>Fit between classes and other commitments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pace Grotesk"/>
              </a:rPr>
              <a:t>Create quick portfolio-building opportunities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pace Grotesk"/>
              </a:rPr>
              <a:t>Allow students to experiment with new skills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pace Grotesk"/>
              </a:rPr>
              <a:t>Build a diverse network across disciplines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714500"/>
            <a:ext cx="17297400" cy="1955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br>
              <a:rPr lang="en-US" sz="4800" dirty="0"/>
            </a:b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C3DBF2F-2D09-A7A9-F62A-1CE88BAE5A34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9E8E9DC-3AD8-AE45-E9EC-39FAF0631D2E}"/>
              </a:ext>
            </a:extLst>
          </p:cNvPr>
          <p:cNvSpPr txBox="1"/>
          <p:nvPr/>
        </p:nvSpPr>
        <p:spPr>
          <a:xfrm>
            <a:off x="990600" y="3009900"/>
            <a:ext cx="16535400" cy="4919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We explored various AI tools like Claude AI and Lovable to enhance user experience and smart recommendations. For authentication, we integrated Clerk for secure and smooth login. I also referred to official documentation and revised it multiple times to ensure proper implementation and understanding. These tools helped us save time, add intelligence to our platform, and build a more interactive experience. Using AI made the project more innovative and user-friendly. Clerk also helped in managing roles and access efficiently. Overall, combining AI tools with clear documentation boosted both our learning and development speed.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7876" y="3788096"/>
            <a:ext cx="16680801" cy="32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2400" dirty="0"/>
              <a:t>In the future, the platform can include real-time collaboration tools like shared code editors and whiteboards, helping students work together smoothly. We also plan to create college-specific communities with customized challenges and real-world problems through industry-sponsored packs. Mentorship features will help connect students with faculty and experts. A mobile app and learning management system (LMS) integration will make access easier. We also aim to build skill dashboards for personal growth, encourage inter-university collaborations, and host global innovation events.</a:t>
            </a: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77C1E7B-9AFA-469F-1400-5FF31C5212E4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513" y="-3127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036" y="1018927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465704"/>
            <a:ext cx="1644875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59C06F9-C18E-29FD-56CE-AEA45DFAC8F2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F8F8F95-2C44-3D0F-674D-B4CE5179F1BD}"/>
              </a:ext>
            </a:extLst>
          </p:cNvPr>
          <p:cNvSpPr txBox="1"/>
          <p:nvPr/>
        </p:nvSpPr>
        <p:spPr>
          <a:xfrm>
            <a:off x="457201" y="3893256"/>
            <a:ext cx="17567440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/>
              </a:rPr>
              <a:t>https://drive.google.com/file/d/1rCU-i_E66BFjNOPYXESaH5f7MF7XjTdC/view?usp</a:t>
            </a: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/>
              </a:rPr>
              <a:t>=sharing</a:t>
            </a: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(video1)</a:t>
            </a: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https://drive.google.com/file/d/1mh6YXK2cTFEmC8YkX_1zTxmPg27vmS_z/view?usp=sharing(video2)</a:t>
            </a:r>
          </a:p>
          <a:p>
            <a:pPr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-4635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02014D6-0862-E697-68A4-31FC42DC220A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95A3950C-444B-9BC1-20B0-8FA435F68C1D}"/>
              </a:ext>
            </a:extLst>
          </p:cNvPr>
          <p:cNvSpPr txBox="1"/>
          <p:nvPr/>
        </p:nvSpPr>
        <p:spPr>
          <a:xfrm>
            <a:off x="449577" y="3467100"/>
            <a:ext cx="16466823" cy="5473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To encourage creativity and innovation, students need a platform that allows them to easily connect with peers from different fields. Traditional platforms are often too formal, long-term, or general, making it hard for students to collaborate quickly and explore their ideas. By providing a space for short-term, fun, and interdisciplinary projects, students can experiment, learn new skills, and work on real-world problems. This approach will help them develop important cross-functional skills, enhance their creativity, and make collaboration more accessible. Ultimately, such a platform can unlock the full potential of students, leading to greater innovation and better preparation for the future workforce.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Thank you for your attention!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Thank you to the organizers and mentors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3267768"/>
            <a:ext cx="18288000" cy="6424586"/>
          </a:xfrm>
          <a:custGeom>
            <a:avLst/>
            <a:gdLst/>
            <a:ahLst/>
            <a:cxnLst/>
            <a:rect l="l" t="t" r="r" b="b"/>
            <a:pathLst>
              <a:path w="18288000" h="6424586">
                <a:moveTo>
                  <a:pt x="0" y="0"/>
                </a:moveTo>
                <a:lnTo>
                  <a:pt x="18288000" y="0"/>
                </a:lnTo>
                <a:lnTo>
                  <a:pt x="18288000" y="6424585"/>
                </a:lnTo>
                <a:lnTo>
                  <a:pt x="0" y="64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47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14061" y="-219075"/>
            <a:ext cx="10287824" cy="297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9"/>
              </a:lnSpc>
            </a:pPr>
            <a:endParaRPr dirty="0"/>
          </a:p>
          <a:p>
            <a:pPr algn="ctr">
              <a:lnSpc>
                <a:spcPts val="7629"/>
              </a:lnSpc>
            </a:pPr>
            <a:r>
              <a:rPr lang="en-US" sz="544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  <a:p>
            <a:pPr algn="ctr">
              <a:lnSpc>
                <a:spcPts val="7629"/>
              </a:lnSpc>
              <a:spcBef>
                <a:spcPct val="0"/>
              </a:spcBef>
            </a:pPr>
            <a:endParaRPr lang="en-US" sz="544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3860" y="9794298"/>
            <a:ext cx="1042366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499" y="2069754"/>
            <a:ext cx="14948670" cy="160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8660" lvl="1" indent="-409330" algn="l">
              <a:lnSpc>
                <a:spcPts val="6180"/>
              </a:lnSpc>
              <a:buFont typeface="Arial"/>
              <a:buChar char="•"/>
            </a:pPr>
            <a:r>
              <a:rPr lang="en-US" sz="37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ensure below pointers are met while submitting the Idea PPT:</a:t>
            </a:r>
          </a:p>
          <a:p>
            <a:pPr algn="l">
              <a:lnSpc>
                <a:spcPts val="6180"/>
              </a:lnSpc>
            </a:pPr>
            <a:endParaRPr lang="en-US" sz="379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67867" y="3669972"/>
            <a:ext cx="17320133" cy="5561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2"/>
              </a:lnSpc>
            </a:pPr>
            <a:r>
              <a:rPr lang="en-US" sz="3465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1.Kindly keep the maximum slides limit up to six (9). ( Including the title slide) </a:t>
            </a:r>
          </a:p>
          <a:p>
            <a:pPr algn="l">
              <a:lnSpc>
                <a:spcPts val="6342"/>
              </a:lnSpc>
            </a:pPr>
            <a:r>
              <a:rPr lang="en-US" sz="3465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2.Try to avoid paragraphs and post your idea in points /diagrams / Infographics /pictures.</a:t>
            </a:r>
          </a:p>
          <a:p>
            <a:pPr algn="l">
              <a:lnSpc>
                <a:spcPts val="6342"/>
              </a:lnSpc>
            </a:pPr>
            <a:r>
              <a:rPr lang="en-US" sz="3465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3.Keep your explanation precise and easy to understand.</a:t>
            </a:r>
          </a:p>
          <a:p>
            <a:pPr algn="l">
              <a:lnSpc>
                <a:spcPts val="6342"/>
              </a:lnSpc>
            </a:pPr>
            <a:r>
              <a:rPr lang="en-US" sz="3465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4.Idea should be unique and novel. </a:t>
            </a:r>
          </a:p>
          <a:p>
            <a:pPr algn="l">
              <a:lnSpc>
                <a:spcPts val="6342"/>
              </a:lnSpc>
            </a:pPr>
            <a:r>
              <a:rPr lang="en-US" sz="3465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5.You can only use provided template for making the PPT without changing the idea details pointers (mentioned in previous slides).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977</Words>
  <Application>Microsoft Office PowerPoint</Application>
  <PresentationFormat>Custom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 Semi-Bold</vt:lpstr>
      <vt:lpstr>Times New Roman</vt:lpstr>
      <vt:lpstr>Calibri</vt:lpstr>
      <vt:lpstr>Fira Code</vt:lpstr>
      <vt:lpstr>Times New Roman Bold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DELL</dc:creator>
  <cp:lastModifiedBy>charishma reddy</cp:lastModifiedBy>
  <cp:revision>4</cp:revision>
  <dcterms:created xsi:type="dcterms:W3CDTF">2006-08-16T00:00:00Z</dcterms:created>
  <dcterms:modified xsi:type="dcterms:W3CDTF">2025-04-30T10:28:40Z</dcterms:modified>
  <dc:identifier>DAGmCImH0yY</dc:identifier>
</cp:coreProperties>
</file>